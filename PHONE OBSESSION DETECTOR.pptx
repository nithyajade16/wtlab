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E92798F-69E8-4DE6-AD3D-DA2B38E78241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63D35E4-4811-4F46-86C5-2E9DEA0EB7D5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71600" y="1066800"/>
            <a:ext cx="7406640" cy="1472184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PHONE OBSESSION DETECTOR</a:t>
            </a:r>
            <a:endParaRPr lang="en-US" sz="5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7406640" cy="1752600"/>
          </a:xfrm>
        </p:spPr>
        <p:txBody>
          <a:bodyPr/>
          <a:lstStyle/>
          <a:p>
            <a:pPr algn="r"/>
            <a:r>
              <a:rPr lang="en-US" dirty="0" smtClean="0"/>
              <a:t>S.Sri Harsha Rao</a:t>
            </a:r>
          </a:p>
          <a:p>
            <a:pPr algn="r"/>
            <a:r>
              <a:rPr lang="en-US" dirty="0" smtClean="0"/>
              <a:t>J.Sai Nithya</a:t>
            </a:r>
          </a:p>
          <a:p>
            <a:pPr algn="r"/>
            <a:r>
              <a:rPr lang="en-US" dirty="0" smtClean="0"/>
              <a:t>V.Mohan Sathvik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00200"/>
            <a:ext cx="7498080" cy="464820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000" dirty="0" smtClean="0"/>
              <a:t>  As </a:t>
            </a:r>
            <a:r>
              <a:rPr lang="en-US" sz="2000" dirty="0" smtClean="0"/>
              <a:t>the number of people that have cell phones is rapidly growing, so is </a:t>
            </a:r>
            <a:r>
              <a:rPr lang="en-US" sz="2000" dirty="0" smtClean="0"/>
              <a:t>the number </a:t>
            </a:r>
            <a:r>
              <a:rPr lang="en-US" sz="2000" dirty="0" smtClean="0"/>
              <a:t>of people that are becoming addicted to their phones. When these phones were invented, they were intended to make life easier. Today there are some people that do not have a life because they do not know when to turn them off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As it is merely a waste of time, it is important for a user to know how much he/she is addicted to mobile by checking his daily usage of every application on  mobile.</a:t>
            </a:r>
            <a:endParaRPr lang="en-US" sz="20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Users are affected in several ways because of their addiction to mobile: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dirty="0" smtClean="0"/>
              <a:t>Digital eye strain</a:t>
            </a:r>
          </a:p>
          <a:p>
            <a:r>
              <a:rPr lang="en-US" sz="2400" dirty="0" smtClean="0"/>
              <a:t>Car accidents</a:t>
            </a:r>
          </a:p>
          <a:p>
            <a:r>
              <a:rPr lang="en-US" sz="2400" dirty="0" smtClean="0"/>
              <a:t>Sleep disturbances</a:t>
            </a:r>
          </a:p>
          <a:p>
            <a:r>
              <a:rPr lang="en-US" sz="2400" dirty="0" smtClean="0"/>
              <a:t>Depression and Anxiety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00200"/>
            <a:ext cx="7498080" cy="4648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1) The application has access to mobile and it goes through the history of every application usage and tell how much the user is obsessed or addicted.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2)It tracks the history of social media apps’ usage every week and gives a graphical representation of it at the end of week. (bar graph)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3) It has the list of all the users of the application and compares a user with all other users in terms of addiction and usage.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4)User is allowed to put a time limit on how long he/she can use a particular app and when the limit is crossed, the app will not be opened at all that day. It also gives reminders of much time is left.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 smtClean="0"/>
              <a:t>T</a:t>
            </a:r>
            <a:r>
              <a:rPr lang="en-US" sz="2400" dirty="0" smtClean="0"/>
              <a:t>he app takes permission to access the device using manifest to track the history of app usage.</a:t>
            </a:r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It maintains a database to store the history of app usage.</a:t>
            </a:r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71600" y="2286000"/>
            <a:ext cx="7498080" cy="1143000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/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108</TotalTime>
  <Words>305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Solstice</vt:lpstr>
      <vt:lpstr>PHONE OBSESSION DETECTOR</vt:lpstr>
      <vt:lpstr>Problem Statement</vt:lpstr>
      <vt:lpstr>Problem Statement</vt:lpstr>
      <vt:lpstr>Use Cases</vt:lpstr>
      <vt:lpstr>Use Cases</vt:lpstr>
      <vt:lpstr>Architecture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 OBSESSION DETECTOR</dc:title>
  <dc:creator>acer</dc:creator>
  <cp:lastModifiedBy>acer</cp:lastModifiedBy>
  <cp:revision>12</cp:revision>
  <dcterms:created xsi:type="dcterms:W3CDTF">2019-02-24T15:52:34Z</dcterms:created>
  <dcterms:modified xsi:type="dcterms:W3CDTF">2019-02-24T17:41:02Z</dcterms:modified>
</cp:coreProperties>
</file>